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596F2-6307-4FDB-9EC8-81FE2331E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 </a:t>
            </a:r>
            <a:r>
              <a:rPr lang="pt-BR" dirty="0" err="1"/>
              <a:t>odonte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9B8B4B-C6B7-4452-ADCC-B8C39AA3F9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36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5DF40-1BBA-4C44-A56F-27CC67A0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C47F2-1D69-4FFB-9366-DCF9CA3D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Ter controle de procedimentos que foram efetuados nos pacientes</a:t>
            </a:r>
          </a:p>
        </p:txBody>
      </p:sp>
    </p:spTree>
    <p:extLst>
      <p:ext uri="{BB962C8B-B14F-4D97-AF65-F5344CB8AC3E}">
        <p14:creationId xmlns:p14="http://schemas.microsoft.com/office/powerpoint/2010/main" val="215502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42B06-2382-4895-9E77-A1BDE6B5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Cadastro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CDD5E4-70A4-4971-94E3-00FC6CAF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Nome </a:t>
            </a:r>
          </a:p>
          <a:p>
            <a:r>
              <a:rPr lang="pt-BR" dirty="0"/>
              <a:t>CPF</a:t>
            </a:r>
          </a:p>
          <a:p>
            <a:r>
              <a:rPr lang="pt-BR" dirty="0"/>
              <a:t>Telefone</a:t>
            </a:r>
          </a:p>
          <a:p>
            <a:r>
              <a:rPr lang="pt-BR" dirty="0"/>
              <a:t>Endereço</a:t>
            </a:r>
          </a:p>
          <a:p>
            <a:r>
              <a:rPr lang="pt-BR" dirty="0"/>
              <a:t>Telefone para contato</a:t>
            </a:r>
          </a:p>
          <a:p>
            <a:r>
              <a:rPr lang="pt-BR" dirty="0"/>
              <a:t>Endereço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688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7DADD-9C30-441C-8DA1-A1564010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Tela onde é feito o cadastro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AE73A983-DBB6-4014-AC1A-859123F6E12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584166"/>
            <a:ext cx="4645025" cy="2302443"/>
          </a:xfr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B67681-1790-42A4-9871-52491D0AE5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Nesta tela o profissional pode cadastrar,</a:t>
            </a:r>
          </a:p>
          <a:p>
            <a:pPr marL="0" indent="0">
              <a:buNone/>
            </a:pPr>
            <a:r>
              <a:rPr lang="pt-BR" dirty="0"/>
              <a:t> atualizar e excluir as informações</a:t>
            </a:r>
          </a:p>
          <a:p>
            <a:pPr marL="0" indent="0">
              <a:buNone/>
            </a:pPr>
            <a:r>
              <a:rPr lang="pt-BR" dirty="0"/>
              <a:t>Para atualização a condição do campo nome e CPF tem de estar idênticos ao que esta cadastrado.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086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0E7A9-B472-4992-8711-0AA8DA378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Projeto feito na linguagem </a:t>
            </a:r>
            <a:r>
              <a:rPr lang="pt-BR" dirty="0" err="1"/>
              <a:t>python</a:t>
            </a: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DC788F0-908B-49FF-A487-59DA5F087B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01868" y="2011363"/>
            <a:ext cx="3536888" cy="3448050"/>
          </a:xfrm>
        </p:spPr>
      </p:pic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B337E1-5A94-4C26-B511-CCFB0A13F4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Melhor manutenção</a:t>
            </a:r>
          </a:p>
          <a:p>
            <a:r>
              <a:rPr lang="pt-BR" dirty="0"/>
              <a:t>Fácil de entender</a:t>
            </a:r>
          </a:p>
          <a:p>
            <a:r>
              <a:rPr lang="pt-BR" dirty="0"/>
              <a:t>Sites via Web para sem custo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451141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{9631ED90-73D8-4F06-9E06-2E7AC4F927C5}TFc986dd65-aaf0-4d5c-bef9-9c391ee05f7b5a37f6db-53eef5588e76</Template>
  <TotalTime>30</TotalTime>
  <Words>75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Galeria</vt:lpstr>
      <vt:lpstr>Sistema odonte</vt:lpstr>
      <vt:lpstr>Objetivo</vt:lpstr>
      <vt:lpstr>Cadastro</vt:lpstr>
      <vt:lpstr>Tela onde é feito o cadastro</vt:lpstr>
      <vt:lpstr> Projeto feito na linguagem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odonte</dc:title>
  <dc:creator>Aluno</dc:creator>
  <cp:lastModifiedBy>Aluno</cp:lastModifiedBy>
  <cp:revision>5</cp:revision>
  <dcterms:created xsi:type="dcterms:W3CDTF">2026-08-19T00:38:52Z</dcterms:created>
  <dcterms:modified xsi:type="dcterms:W3CDTF">2026-08-19T01:09:52Z</dcterms:modified>
</cp:coreProperties>
</file>